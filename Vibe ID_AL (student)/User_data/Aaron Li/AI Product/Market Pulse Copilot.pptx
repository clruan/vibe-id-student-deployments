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5F686-A754-B889-14C7-6C0EEF539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68C858-DFDB-7B1E-4121-FEFBF8F6D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E17FD7-AF86-CCD8-D0B7-9AEF683B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74A8E-B5A4-7287-B2CA-ECE8C82EE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D47BB-C6C4-0822-EA2C-9B439952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787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9A7E0-2FF0-BCC9-A9CD-6803F8F45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60B6C1-246A-5DB8-7CFD-FF8B35EFB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F09EA8-3AE8-3F16-1F8E-FC8FC865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352AB9-F95D-5D6D-0FA3-AA422663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95255F-D6CE-9C83-1F6A-1959DB32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565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01522-F3C8-6E79-621D-C9870CFD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788759-7EEE-9346-998A-966D39D10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53D201-8B52-9B8E-E5B5-FFF1A0DD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481A1C-0DA1-C9F9-6D07-FF610D12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F12DA7-145C-CCF5-A0E0-A6F32959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631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22FE0-564F-4041-E63F-72631415F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6F22B4-7907-B8AE-7A58-5EB390821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D967D4-1470-7BD5-11CA-D78499D09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D38581-9C81-D0E7-97C3-B9335677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4135AD-EB7A-2451-89D8-B256E10C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745647-8009-639E-F6D3-4AF0B61BB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30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07753-E18D-F27F-0085-507709BD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454C0C-5BDF-4C9C-3055-8B83EFFCA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755709-FB38-F878-37DE-DA289C565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F6B144-0A83-C5AD-5215-E2A5F3C65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0CB8B4-E498-2C11-AED2-F47BC2B59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B65C52-5D87-7F02-0BFE-454AFEB0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FAC04D-D9F5-AA09-CC4B-B44C50E8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A6F95E-3CB5-E6C0-4F43-D666C758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22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74F2AA-6EF1-0924-EFF0-2913BD02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6DA22C-4FA3-25E2-440F-B9A6D3B1B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EBECD3-5FE3-5E04-A334-7810FD25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C50256-56BF-090C-09CB-478A1F27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83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19091B-F9BA-3066-0198-774481D4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7A22B1-8768-5A76-BC3C-017B69E4D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47199D-04D0-7F52-2936-C3C5282E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37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1522C-2E23-8942-F6CC-04E9714C3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302278-E799-5221-02C6-36A36CB1C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2A2818-366C-991F-18AB-7B5A0889F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5FBAF9-013C-1978-BB63-D40A7847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99D396-DBB5-C283-725C-5BE48E375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D96D18-4F8B-EA08-8DEF-2997FC0D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27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662E5-9BC4-CE76-5773-799475AE2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49807D-75B5-EFB6-048C-4400520B7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78C484-0007-39E2-2F0C-8F76FE482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A1E750-A6D4-F67C-2F14-605B9EC3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96BEC-A754-75DA-1790-4592004E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EFFDAD-4D40-C3CA-B49E-BE5A0DF7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925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756A6-625A-E293-71F8-C48F08B0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4ED339-8ABC-759C-BB3B-471A14835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E5C996-3ADF-9E7F-BE25-2AE085B23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B6EFE-A560-BFBF-17A6-EB809906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9067D9-6E90-7EFA-2263-B13710001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719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E278A1E-353D-3FAB-4A94-85F83F14D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97BA3-785E-CB01-388D-56B44A32A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64D9B-0ED1-FB42-5645-6C6B62EA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06250D-BC50-9D12-3D23-7BC592FAB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76F764-2A48-A17E-2D5A-7C05D9F7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66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CFA29B-F31E-1C00-EAA3-6FC2682D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5E4A08-3BE1-A58D-6530-E960A5D41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1CCBC5-100D-8C6C-6DC3-D593AA24E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1BEF5C-4727-4E6A-A2B5-2031EAC7CCE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1A649D-4514-F9B2-A265-9BF4B95F0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52446-4CFA-8FFD-CD15-102ED2402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8E2C2-24FB-47C7-9A15-91A510D89E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66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16BED-AB84-66E1-E2E3-E5151578D6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Market Pulse Copilot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3A9D63-F478-B372-1975-EB650BA4CC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https://market-pulse-copilot-8wrk1wtvq-limingxuan513-commits-projects.vercel.app/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439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65F3D31-AAEC-B318-39C5-EF204C299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035"/>
            <a:ext cx="12192000" cy="613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62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B69B93D-7020-C4E2-A379-CA4385EE7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99548"/>
            <a:ext cx="11536385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74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B41A6FB-E3BF-C8CB-3DDB-6EFEE6C0B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81" y="1318918"/>
            <a:ext cx="11917438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38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C689423-0EE7-0AB9-D857-7DFDA1CEA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29" y="0"/>
            <a:ext cx="114175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66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10735F3-7555-20B8-5AD1-8E4D9D865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9" y="170995"/>
            <a:ext cx="11650701" cy="6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1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85D658A-5B19-7072-53E1-CD0BD5E11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26" y="0"/>
            <a:ext cx="105527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69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Office PowerPoint</Application>
  <PresentationFormat>宽屏</PresentationFormat>
  <Paragraphs>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Market Pulse Copilot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Loh</dc:creator>
  <cp:lastModifiedBy>Eric Loh</cp:lastModifiedBy>
  <cp:revision>1</cp:revision>
  <dcterms:created xsi:type="dcterms:W3CDTF">2026-04-27T18:50:04Z</dcterms:created>
  <dcterms:modified xsi:type="dcterms:W3CDTF">2026-04-27T18:52:40Z</dcterms:modified>
</cp:coreProperties>
</file>